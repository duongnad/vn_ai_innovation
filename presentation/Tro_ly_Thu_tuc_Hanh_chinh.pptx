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Ban Giám khảo. Dự án: Trợ lý AI hướng dẫn thủ tục hành chính công cho người dân Việt Nam — sản phẩm chạy thật, demo trực tuyến tại vn-ai-innovation-iota.vercel.app.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nỗi đau chính: không biết bắt đầu từ đâu; lỗi chỉ phát hiện sau khi nộp; nhóm yếu thế bị bỏ lại phía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3 giai đoạn: intent (closed-set) → intake state machine từ DB → validation bằng rule engine. AI chỉ hiểu và giải thích, không quyết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 phút đi đúng 5 bước này. Nhấn mạnh: prefill từ câu trả lời, checklist có căn cứ pháp lý, giọng nói hai chiều cho người lớn tuổi.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 ăn điểm nhất của demo: cố ý điền sai, hệ thống giữ người dân ở lại form và bắt đúng 3 lỗi. Toàn bộ do rule engine — AI chỉ nhận mã lỗi, không thấy PII.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đời DRAFT → SUBMITTED → APPROVED/RETURNED. AI vision (Gemma-4-31B) kiểm tra tờ khai ký: có chữ ký, tên khớp hồ sơ; nghi ngờ thì gắn cờ cho cán bộ — không bao giờ chặn 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kiến trúc động: form versioning + CR approve trong demo; phân quyền manager/admin đúng thực tế; 36 thủ tục; widget nhúng + provider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app Next.js duy nhất. Nhấn: mọi nội dung pháp lý là dữ liệu có cấu trúc; AI bị rào bằng closed-set, confidence floor, egress allowlist, mock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mô hình: DeepSeek-V4-Flash (LLM), Whisper large-v3-turbo (STT), VITs (TTS), Gemma-4-31B-it (vision). Tất cả qua FPT AI Marketplace, tương thích OpenAI API, có mock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 3 giai đoạn: pilot 1 phường/xã → tích hợp cổng tỉnh + đồng bộ DVCQG → mở rộng lĩnh vực + VNeID 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mời trải nghiệm live, hai tài khoản demo. Câu chốt: AI hiểu người dân, database giữ chính xác, rule engine bắt lỗi, kiến trúc sẵn sàng nối dữ liệu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858000" cy="68580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943600" cy="5943600"/>
          </a:xfrm>
          <a:prstGeom prst="ellipse">
            <a:avLst/>
          </a:prstGeom>
          <a:solidFill>
            <a:srgbClr val="2F3C7E">
              <a:alpha val="38000"/>
            </a:srgbClr>
          </a:solidFill>
          <a:ln/>
        </p:spPr>
      </p:sp>
      <p:pic>
        <p:nvPicPr>
          <p:cNvPr id="4" name="Image 0" descr="/private/tmp/claude-501/-Users-duongnad-Documents-project-VN-AI-Innovation/3ae84627-b389-4fe9-8174-bb8e675612e0/scratchpad/slides/icons/sta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932688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830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TRỢ LÝ THỦ TỤC HÀNH CHÍNH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554480" y="2743200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đồng hành cùng người dân — hiểu nhu cầu, hướng dẫn đúng quy định, bắt lỗi trước khi nộp hồ sơ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087368" y="3703320"/>
            <a:ext cx="4023360" cy="47548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</p:sp>
      <p:sp>
        <p:nvSpPr>
          <p:cNvPr id="8" name="Text 5"/>
          <p:cNvSpPr/>
          <p:nvPr/>
        </p:nvSpPr>
        <p:spPr>
          <a:xfrm>
            <a:off x="4087368" y="37033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52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VN AI INNOVATION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54480" y="489204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tuyến:  </a:t>
            </a:r>
            <a:pPr algn="ctr" indent="0" marL="0">
              <a:buNone/>
            </a:pPr>
            <a:r>
              <a:rPr lang="en-US" sz="14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vn-ai-innovation-iota.vercel.app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54480" y="5321808"/>
            <a:ext cx="907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PostgreSQL · Rule Engine · LLM + STT + TTS + Vision (FPT AI Marketplace)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thủ tục hành chính trực tuyến vẫn làm khó người dân?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868680" cy="8686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/private/tmp/claude-501/-Users-duongnad-Documents-project-VN-AI-Innovation/3ae84627-b389-4fe9-8174-bb8e675612e0/scratchpad/slides/icons/mapsig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220050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 lộ thủ tục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phức tạp, biểu mẫu đầy thuật ngữ pháp lý chuyên ngành — người dân không biết bắt đầu từ đâu, cần chuẩn bị giấy tờ gì.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1965960"/>
            <a:ext cx="868680" cy="8686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private/tmp/claude-501/-Users-duongnad-Documents-project-VN-AI-Innovation/3ae84627-b389-4fe9-8174-bb8e675612e0/scratchpad/slides/icons/timescircl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840" y="220050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phát hiện quá muộn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54296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điền theo cảm tính; sai sót chỉ được cán bộ phát hiện SAU khi nộp — người dân phải đi lại bổ sung nhiều lần, mất thời gian và công sức.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19872" y="16002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1965960"/>
            <a:ext cx="868680" cy="8686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/private/tmp/claude-501/-Users-duongnad-Documents-project-VN-AI-Innovation/3ae84627-b389-4fe9-8174-bb8e675612e0/scratchpad/slides/icons/acces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456" y="220050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rơi nhóm yếu thế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9912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lớn tuổi, người hạn chế công nghệ bị cô lập trước các giao diện dịch vụ công khô khan, chữ nhỏ, không có hỗ trợ bằng giọng nói.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quả: </a:t>
            </a:r>
            <a:pPr indent="0" marL="0">
              <a:buNone/>
            </a:pPr>
            <a:r>
              <a:rPr lang="en-US" sz="14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hồ sơ tưởng như đơn giản có thể phải nộp đi nộp lại nhiều lần — cả người dân lẫn cán bộ một cửa đều quá tải.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— Trợ lý AI 3 giai đoạn có kiểm soát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hiểu người dân · cơ sở dữ liệu giữ tính chính xác · rule engine bắt lỗi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private/tmp/claude-501/-Users-duongnad-Documents-project-VN-AI-Innovation/3ae84627-b389-4fe9-8174-bb8e675612e0/scratchpad/slides/icons/commentdot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1773936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Text 5"/>
          <p:cNvSpPr/>
          <p:nvPr/>
        </p:nvSpPr>
        <p:spPr>
          <a:xfrm>
            <a:off x="15087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ý định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33558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dân nói nhu cầu bằng văn bản hoặc giọng nói. Hệ thống đối khớp từ khóa trước; LLM chỉ được chọn mã thủ tục CÓ SẴN trong cơ sở dữ liệu (closed-set).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572768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19202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/private/tmp/claude-501/-Users-duongnad-Documents-project-VN-AI-Innovation/3ae84627-b389-4fe9-8174-bb8e675612e0/scratchpad/slides/icons/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495" y="2142439"/>
            <a:ext cx="378562" cy="3785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94376" y="1773936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5" name="Text 11"/>
          <p:cNvSpPr/>
          <p:nvPr/>
        </p:nvSpPr>
        <p:spPr>
          <a:xfrm>
            <a:off x="5294376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54296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làm rõ &amp; hướng dẫn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54296" y="33558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trạng thái đặt câu hỏi động lấy từ dữ liệu quy định có cấu trúc — không hội thoại tự do, loại bỏ hoàn toàn khả năng AI tự suy diễn (hallucination).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9872" y="1572768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19202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/private/tmp/claude-501/-Users-duongnad-Documents-project-VN-AI-Innovation/3ae84627-b389-4fe9-8174-bb8e675612e0/scratchpad/slides/icons/shiel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111" y="2142439"/>
            <a:ext cx="378562" cy="37856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79992" y="1773936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2" name="Text 17"/>
          <p:cNvSpPr/>
          <p:nvPr/>
        </p:nvSpPr>
        <p:spPr>
          <a:xfrm>
            <a:off x="907999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439912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trước khi nộp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439912" y="33558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thuần TypeScript kiểm tra tất định 100%. AI chỉ dịch mã lỗi thành lời giải thích tiếng Việt thân thiện, kèm giọng đọc.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BEEEF"/>
          </a:solidFill>
          <a:ln w="9525">
            <a:solidFill>
              <a:srgbClr val="EFC9C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68680" y="5166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cốt lõi:  </a:t>
            </a:r>
            <a:pPr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không bao giờ tự đưa ra quyết định pháp lý — giấy tờ, phí, thời hạn, biểu mẫu và căn cứ pháp lý đều lấy từ cơ sở dữ liệu.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Trải nghiệm người dân — một luồng khép kín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câu nói đầu tiên đến kết quả phê duyệt, không cần rời hệ thống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79576" y="1554480"/>
            <a:ext cx="841248" cy="84124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" name="Image 0" descr="/private/tmp/claude-501/-Users-duongnad-Documents-project-VN-AI-Innovation/3ae84627-b389-4fe9-8174-bb8e675612e0/scratchpad/slides/icons/mi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713" y="1781617"/>
            <a:ext cx="386974" cy="386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nhu cầu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3504" y="3364992"/>
            <a:ext cx="1993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muốn đăng ký kết hôn” — gõ hoặc nói; AI nhận diện đúng thủ tục kèm độ tin cậy và link nguồn chính thức.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2606040" y="17190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841248" cy="84124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private/tmp/claude-501/-Users-duongnad-Documents-project-VN-AI-Innovation/3ae84627-b389-4fe9-8174-bb8e675612e0/scratchpad/slides/icons/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137" y="1781617"/>
            <a:ext cx="386974" cy="3869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98064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798064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852928" y="3364992"/>
            <a:ext cx="1993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câu hỏi làm rõ dạng bấm nút; hệ thống suy ra đúng bộ hồ sơ cho hoàn cảnh cụ thể của mỗi người.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4855464" y="17190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678424" y="1554480"/>
            <a:ext cx="841248" cy="84124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7" name="Image 2" descr="/private/tmp/claude-501/-Users-duongnad-Documents-project-VN-AI-Innovation/3ae84627-b389-4fe9-8174-bb8e675612e0/scratchpad/slides/icons/balanc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61" y="1781617"/>
            <a:ext cx="386974" cy="3869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47488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checklist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102352" y="3364992"/>
            <a:ext cx="1993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giấy tờ kèm căn cứ pháp lý; giấy tờ cơ quan tự tra cứu được đánh dấu “không cần nộp” (NĐ 104/2022).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7104888" y="17190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927848" y="1554480"/>
            <a:ext cx="841248" cy="84124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3" descr="/private/tmp/claude-501/-Users-duongnad-Documents-project-VN-AI-Innovation/3ae84627-b389-4fe9-8174-bb8e675612e0/scratchpad/slides/icons/fileform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85" y="1781617"/>
            <a:ext cx="386974" cy="3869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96912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296912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form động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351776" y="3364992"/>
            <a:ext cx="1993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sinh từ JSON schema, điền sẵn dữ liệu đã trả lời; lỗi bị chặn ngay tại form.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9354312" y="17190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10177272" y="1554480"/>
            <a:ext cx="841248" cy="84124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9" name="Image 4" descr="/private/tmp/claude-501/-Users-duongnad-Documents-project-VN-AI-Innovation/3ae84627-b389-4fe9-8174-bb8e675612e0/scratchpad/slides/icons/user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4409" y="1781617"/>
            <a:ext cx="386974" cy="38697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46336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9546336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&amp; nhận kết quả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9601200" y="3364992"/>
            <a:ext cx="1993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sạch lỗi vào thẳng hàng chờ cán bộ; phê duyệt hoặc trả lại kèm lý do — kết quả hiện ngay cho người dân.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</p:spPr>
      </p:sp>
      <p:pic>
        <p:nvPicPr>
          <p:cNvPr id="34" name="Image 5" descr="/private/tmp/claude-501/-Users-duongnad-Documents-project-VN-AI-Innovation/3ae84627-b389-4fe9-8174-bb8e675612e0/scratchpad/slides/icons/bol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751576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25880" y="553212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thiện với người lớn tuổi: </a:t>
            </a:r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chữ lớn, tiếng Việt dễ hiểu; nói để nhập liệu (STT) và nghe hướng dẫn, nghe giải thích lỗi (TTS) hai chiều.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nhấn — chặn lỗi NGAY tại biểu mẫu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cho hồ sơ sai đi tiếp; người dân sửa xong mới được nộp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212080" cy="3703320"/>
          </a:xfrm>
          <a:prstGeom prst="roundRect">
            <a:avLst>
              <a:gd name="adj" fmla="val 2222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demo: bắt đúng 3 lỗi tại chỗ</a:t>
            </a:r>
            <a:endParaRPr lang="en-US" sz="1550" dirty="0"/>
          </a:p>
        </p:txBody>
      </p:sp>
      <p:pic>
        <p:nvPicPr>
          <p:cNvPr id="6" name="Image 0" descr="/private/tmp/claude-501/-Users-duongnad-Documents-project-VN-AI-Innovation/3ae84627-b389-4fe9-8174-bb8e675612e0/scratchpad/slides/icons/times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258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ngày sinh của bên nữ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2560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MISSING_REQUIRED — trường bắt buộc bị bỏ trống</a:t>
            </a:r>
            <a:endParaRPr lang="en-US" sz="1100" dirty="0"/>
          </a:p>
        </p:txBody>
      </p:sp>
      <p:pic>
        <p:nvPicPr>
          <p:cNvPr id="9" name="Image 1" descr="/private/tmp/claude-501/-Users-duongnad-Documents-project-VN-AI-Innovation/3ae84627-b389-4fe9-8174-bb8e675612e0/scratchpad/slides/icons/times_che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363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998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CCCD bên nam “123” sai định dạng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34015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INVALID_FORMAT — CCCD phải đủ 12 chữ số</a:t>
            </a:r>
            <a:endParaRPr lang="en-US" sz="1100" dirty="0"/>
          </a:p>
        </p:txBody>
      </p:sp>
      <p:pic>
        <p:nvPicPr>
          <p:cNvPr id="12" name="Image 2" descr="/private/tmp/claude-501/-Users-duongnad-Documents-project-VN-AI-Innovation/3ae84627-b389-4fe9-8174-bb8e675612e0/scratchpad/slides/icons/times_cher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776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9410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“Chưa từng kết hôn” nhưng số lần kết hôn = 2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80160" y="42428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— mâu thuẫn logic giữa hai câu trả lời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6868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nháp tự lưu — người dân không bao giờ mất dữ liệu đã điền.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126480" y="1536192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hệ thống làm được điều đó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126480" y="1965960"/>
            <a:ext cx="55165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thuần TypeScript — kiểm tra tất định, kết quả lặp lại được 100%, không phụ thuộc AI.</a:t>
            </a:r>
            <a:endParaRPr lang="en-US" sz="12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đỏ liệt kê từng lỗi; bấm vào lỗi là nhảy thẳng tới trường cần sửa, con trỏ tự đứng ở lỗi đầu tiên.</a:t>
            </a:r>
            <a:endParaRPr lang="en-US" sz="12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 mỗi trường có hướng dẫn “Cách khắc phục” trích từ quy định pháp luật.</a:t>
            </a:r>
            <a:endParaRPr lang="en-US" sz="12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 giải thích lỗi bằng ngôn ngữ đời thường, có nút nghe bằng giọng nói.</a:t>
            </a:r>
            <a:endParaRPr lang="en-US" sz="12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luôn kiểm tra lại toàn bộ dữ liệu khi nộp — không tin kết quả phía trình duyệt.</a:t>
            </a:r>
            <a:endParaRPr lang="en-US" sz="1280" dirty="0"/>
          </a:p>
        </p:txBody>
      </p:sp>
      <p:sp>
        <p:nvSpPr>
          <p:cNvPr id="18" name="Shape 13"/>
          <p:cNvSpPr/>
          <p:nvPr/>
        </p:nvSpPr>
        <p:spPr>
          <a:xfrm>
            <a:off x="548640" y="539496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252F63"/>
          </a:solidFill>
          <a:ln/>
        </p:spPr>
      </p:sp>
      <p:sp>
        <p:nvSpPr>
          <p:cNvPr id="19" name="Text 14"/>
          <p:cNvSpPr/>
          <p:nvPr/>
        </p:nvSpPr>
        <p:spPr>
          <a:xfrm>
            <a:off x="1005840" y="53949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20" name="Text 15"/>
          <p:cNvSpPr/>
          <p:nvPr/>
        </p:nvSpPr>
        <p:spPr>
          <a:xfrm>
            <a:off x="2194560" y="5394960"/>
            <a:ext cx="8991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gọi AI trong khâu kiểm tra dữ liệu — tức thời, miễn phí, không thể sai theo kiểu “ảo giác”.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chỉ nhận mã lỗi để diễn giải, tuyệt đối không thấy dữ liệu cá nhân của người dân.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Nộp — duyệt — trả kết quả, có AI thị giác giám sát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đời hồ sơ khép kín như tại bộ phận một cửa thực tế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9AA1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47672" y="142646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13432" y="148132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313432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NỘP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95344" y="142646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61104" y="1481328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261104" y="14813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CÁN BỘ XÉT DUYỆT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28816" y="142646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B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94576" y="1481328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1E7E34"/>
          </a:solidFill>
          <a:ln/>
        </p:spPr>
      </p:sp>
      <p:sp>
        <p:nvSpPr>
          <p:cNvPr id="14" name="Text 12"/>
          <p:cNvSpPr/>
          <p:nvPr/>
        </p:nvSpPr>
        <p:spPr>
          <a:xfrm>
            <a:off x="6894576" y="1481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PHÊ DUYỆT ✓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0536" y="1481328"/>
            <a:ext cx="2782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TRẢ LẠI kèm lý do bắt buộc </a:t>
            </a:r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người dân thấy ngay lý do, sửa và nộp lại; hệ thống không cho phê duyệt hồ sơ còn lỗi.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624328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0" descr="/private/tmp/claude-501/-Users-duongnad-Documents-project-VN-AI-Innovation/3ae84627-b389-4fe9-8174-bb8e675612e0/scratchpad/slides/icons/filesig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821838"/>
            <a:ext cx="336499" cy="33649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83080" y="27157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Tờ khai chuẩn thể thức + chữ ký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8680" y="35661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hợp lệ sinh ra tờ khai điền sẵn đúng thể thức văn bản hành chính: quốc hiệu, bảng bên nam / bên nữ, ô chữ ký.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PDF khổ A4 để in hoặc lưu trữ.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dân ký tay rồi chụp / scan (hoặc ký số) và tải bản đã ký lên — bắt buộc trước khi nộp.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dữ liệu sau khi ký → hệ thống tự gỡ bản ký cũ, yêu cầu ký lại đúng nội dung mới.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199632" y="233172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19672" y="2624328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1" descr="/private/tmp/claude-501/-Users-duongnad-Documents-project-VN-AI-Innovation/3ae84627-b389-4fe9-8174-bb8e675612e0/scratchpad/slides/icons/ey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82" y="2821838"/>
            <a:ext cx="336499" cy="33649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34072" y="27157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thị giác kiểm tra bản ký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19672" y="35661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kiểm tra: đúng là tờ khai của thủ tục, có chữ ký, ảnh đủ rõ.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tên người ký với dữ liệu trong hồ sơ — phát hiện ký hộ, ký nhầm.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 ràng không hợp lệ → chặn ngay kèm hướng dẫn khắc phục; chưa chắc chắn → gắn cờ kèm nhận định của AI để cán bộ đối chiếu.</a:t>
            </a:r>
            <a:endParaRPr lang="en-US" sz="122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không bao giờ chặn oan: mọi trường hợp nghi ngờ đều do con người quyết định.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động — thay đổi quy định không cần sửa code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thực tế: quy định đổi, biểu mẫu đổi, hệ thống thích ứng ngay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0512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private/tmp/claude-501/-Users-duongnad-Documents-project-VN-AI-Innovation/3ae84627-b389-4fe9-8174-bb8e675612e0/scratchpad/slides/icons/codebran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1988271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theo phiên bản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523744"/>
            <a:ext cx="4855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thay đổi → tạo phiên bản mới kèm bảng so sánh (diff); cán bộ phê duyệt là v2.0 có hiệu lực tức thì — không sửa một dòng code giao diện. Dữ liệu người dân đang điền được di chuyển an toàn.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6199632" y="1536192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1051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private/tmp/claude-501/-Users-duongnad-Documents-project-VN-AI-Innovation/3ae84627-b389-4fe9-8174-bb8e675612e0/scratchpad/slides/icons/usersco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999" y="198827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như một cửa thật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523744"/>
            <a:ext cx="4855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bộ quản lý phụ trách nghiệp vụ: xét duyệt hồ sơ, phê duyệt biểu mẫu. Quản trị viên chỉ quản lý tài khoản &amp; kỹ thuật — không được duyệt hồ sơ. Mọi phê duyệt đều ghi vết kiểm toán.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42816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private/tmp/claude-501/-Users-duongnad-Documents-project-VN-AI-Innovation/3ae84627-b389-4fe9-8174-bb8e675612e0/scratchpad/slides/icons/lay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4205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2793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thủ tục, mở rộng dễ dàng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" y="4956048"/>
            <a:ext cx="4855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thủ tục trình diễn có form động đầy đủ (kết hôn, khai sinh, hộ kinh doanh, CT01, CCCD, hộ chiếu) + 30 thủ tục nhập từ Cổng DVC Quốc gia bằng pipeline tự động.</a:t>
            </a:r>
            <a:endParaRPr lang="en-US" sz="1160" dirty="0"/>
          </a:p>
        </p:txBody>
      </p:sp>
      <p:sp>
        <p:nvSpPr>
          <p:cNvPr id="19" name="Shape 14"/>
          <p:cNvSpPr/>
          <p:nvPr/>
        </p:nvSpPr>
        <p:spPr>
          <a:xfrm>
            <a:off x="6199632" y="3968496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42816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/private/tmp/claude-501/-Users-duongnad-Documents-project-VN-AI-Innovation/3ae84627-b389-4fe9-8174-bb8e675612e0/scratchpad/slides/icons/puzz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999" y="44205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793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nhúng 1 dòng script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92240" y="4956048"/>
            <a:ext cx="4855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trợ lý nhúng được vào bất kỳ cổng dịch vụ công nào qua widget.js; lớp GovernmentApiProvider chờ sẵn để nối dữ liệu thật — chỉ đổi provider, không đụng frontend.</a:t>
            </a:r>
            <a:endParaRPr lang="en-US" sz="1160" dirty="0"/>
          </a:p>
        </p:txBody>
      </p:sp>
      <p:sp>
        <p:nvSpPr>
          <p:cNvPr id="24" name="Text 18"/>
          <p:cNvSpPr/>
          <p:nvPr/>
        </p:nvSpPr>
        <p:spPr>
          <a:xfrm>
            <a:off x="548640" y="6108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tiếp: phê duyệt thay đổi “Nghị định mới” trên trang cán bộ → biểu mẫu người dân chuyển sang v2.0 ngay trước mắt Ban Giám khảo.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&amp; an toàn AI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ứng dụng Next.js full-stack, bảo mật nhiều lớp, AI có hàng rào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73936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private/tmp/claude-501/-Users-duongnad-Documents-project-VN-AI-Innovation/3ae84627-b389-4fe9-8174-bb8e675612e0/scratchpad/slides/icons/serv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1946758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9222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công nghệ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569464"/>
            <a:ext cx="48554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+ TypeScript strict — một ứng dụng duy nhất, không backend rời.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Prisma: thủ tục, biểu mẫu, luật kiểm tra, hồ sơ đều là dữ liệu có cấu trúc.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/api/v1 đặc tả bằng OpenAPI; rate-limit, cache theo phiên bản, idempotency key.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đăng nhập: token 256-bit, chỉ lưu băm SHA-256, so sánh timing-safe.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triển khai Render / Vercel; hơn 120 bài kiểm thử tự động (unit + integration).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6199632" y="1517904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73936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/private/tmp/claude-501/-Users-duongnad-Documents-project-VN-AI-Innovation/3ae84627-b389-4fe9-8174-bb8e675612e0/scratchpad/slides/icons/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62" y="1946758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78624" y="179222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rào an toàn cho AI (Grounding)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569464"/>
            <a:ext cx="48554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Closed-set: LLM chỉ được chọn mã thủ tục có trong DB, kèm ngưỡng tin cậy 0.6 — dưới ngưỡng thì hỏi lại, không đoán.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dữ liệu 0% LLM; AI chỉ nhận mã lỗi — không bao giờ thấy dữ liệu cá nhân.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guard: chỉ gọi HTTPS tới host trong allowlist; chặn IP nội bộ, không theo redirect lạ (chống SSRF).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cung cấp AI gặp sự cố → tự hạ cấp mock (degraded=true): người dân vẫn tra thủ tục, điền form, kiểm tra lỗi.</a:t>
            </a:r>
            <a:endParaRPr lang="en-US" sz="124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4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không bao giờ “chết” vì AI — demo chạy đủ luồng không cần API key.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mô hình AI trong hệ thống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chạy qua FPT AI Marketplace — endpoint tương thích OpenAI, hạ tầng trong nước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5696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nổi bật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6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DeepSeek-V4-Flash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— hiểu ý định &amp; giải thích lỗi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chọn thủ tục trong danh mục DB (closed-set); trả JSON ràng buộc định dạng; diễn giải mã lỗi thành tiếng Việt đời thường.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FPT.AI Whisper large-v3-turbo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— nói để nhập liệu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tinh chỉnh trên 50.000+ giờ giọng nói tiếng Việt; người lớn tuổi chỉ cần nói vào micro.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FPT.AI VITs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TTS — nghe hướng dẫn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giọng nam / nữ hai miền; đọc hướng dẫn, checklist và lời giải thích lỗi cho người khiếm thị, người ngại đọc.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Gemma-4-31B-it (vision)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Thị giác — kiểm tra tờ khai ký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Soát bản khai đã ký: đúng loại tờ khai, có chữ ký, tên người ký khớp hồ sơ; nghi ngờ thì gắn cờ cho cán bộ.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provider mở: </a:t>
            </a:r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dịch vụ AI nằm sau một giao diện chuẩn — thay mô hình, thay nhà cung cấp chỉ là đổi biến môi trường, không sửa mã nguồn.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triển khai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demo cuộc thi đến hạ tầng số phục vụ người dân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private/tmp/claude-501/-Users-duongnad-Documents-project-VN-AI-Innovation/3ae84627-b389-4fe9-8174-bb8e675612e0/scratchpad/slides/icons/seedl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2338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điểm (Pilot)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6732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tại 01 phường/xã với nhóm thủ tục Hộ tịch phổ biến (kết hôn, khai sinh). Đo lường tỷ lệ hồ sơ hợp lệ ngay từ lần nộp đầu tiên.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4334256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FBEEEF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0116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/private/tmp/claude-501/-Users-duongnad-Documents-project-VN-AI-Innovation/3ae84627-b389-4fe9-8174-bb8e675612e0/scratchpad/slides/icons/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495" y="223387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54296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cổng DVC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54296" y="376732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 widget vào cổng Dịch vụ công của tỉnh; đồng bộ tự động danh mục thủ tục và biểu mẫu từ dichvucong.gov.vn qua GovernmentApiProvider.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8119872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F7F7F9"/>
          </a:solidFill>
          <a:ln w="9525">
            <a:solidFill>
              <a:srgbClr val="E4E6EC"/>
            </a:solidFill>
            <a:prstDash val="solid"/>
          </a:ln>
          <a:effectLst>
            <a:outerShdw sx="100000" sy="100000" kx="0" ky="0" algn="bl" rotWithShape="0" blurRad="88900" dist="25400" dir="5400000">
              <a:srgbClr val="C9CCD6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9912" y="201168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2" descr="/private/tmp/claude-501/-Users-duongnad-Documents-project-VN-AI-Innovation/3ae84627-b389-4fe9-8174-bb8e675612e0/scratchpad/slides/icon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111" y="223387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39912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&amp; tối ưu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39912" y="376732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sang Cư trú, Căn cước, Xuất nhập cảnh; đăng nhập một lần qua VNeID; tự động chuyển hồ sơ phức tạp cho cán bộ chuyên môn.</a:t>
            </a:r>
            <a:endParaRPr lang="en-US" sz="1220" dirty="0"/>
          </a:p>
        </p:txBody>
      </p:sp>
      <p:sp>
        <p:nvSpPr>
          <p:cNvPr id="22" name="Text 17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cuối: mỗi người dân có một “cán bộ một cửa AI” tận tình 24/7 — còn cán bộ thật tập trung vào các quyết định cần con người.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2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6858000" cy="68580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5943600" cy="5943600"/>
          </a:xfrm>
          <a:prstGeom prst="ellipse">
            <a:avLst/>
          </a:prstGeom>
          <a:solidFill>
            <a:srgbClr val="2F3C7E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Mời Ban Giám khảo trải nghiệm ngay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vn-ai-innovation-iota.vercel.app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06728" y="251460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 w="12700">
            <a:solidFill>
              <a:srgbClr val="465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2760" y="277063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/private/tmp/claude-501/-Users-duongnad-Documents-project-VN-AI-Innovation/3ae84627-b389-4fe9-8174-bb8e675612e0/scratchpad/slides/icons/user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92" y="2918765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66848" y="2679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công dân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666848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congdan  /  UserDemo123!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66848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sẵn hồ sơ mẫu + kết quả AI đối chiếu tên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78728" y="251460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 w="12700">
            <a:solidFill>
              <a:srgbClr val="46549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4760" y="277063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4" name="Image 1" descr="/private/tmp/claude-501/-Users-duongnad-Documents-project-VN-AI-Innovation/3ae84627-b389-4fe9-8174-bb8e675612e0/scratchpad/slides/icons/landmar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892" y="2918765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38848" y="2679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cán bộ một cửa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238848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quanly  /  ManagerDemo123!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238848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xét duyệt + phê duyệt biểu mẫu v2.0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1520" y="4251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nguồn: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github.com/DuongNAD/VN_AI_Innovation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Hơn 120 bài kiểm thử tự động      ·      Chạy đủ luồng cả khi không có API key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956048" y="4983480"/>
            <a:ext cx="2286000" cy="0"/>
          </a:xfrm>
          <a:prstGeom prst="line">
            <a:avLst/>
          </a:prstGeom>
          <a:noFill/>
          <a:ln w="12700">
            <a:solidFill>
              <a:srgbClr val="46549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5212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hiểu người dân — Cơ sở dữ liệu giữ tính chính xác — Rule engine bắt lỗi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1520" y="56235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Ban Giám khảo!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2026-07-19T02:40:34Z</dcterms:created>
  <dcterms:modified xsi:type="dcterms:W3CDTF">2026-07-19T02:40:34Z</dcterms:modified>
</cp:coreProperties>
</file>